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RTSゲーム企画書 / 仕様書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400"/>
              <a:t>HTML5 Canvas + JavaScriptで実装したリアルタイムストラテジー</a:t>
            </a:r>
          </a:p>
          <a:p>
            <a:pPr>
              <a:spcAft>
                <a:spcPts val="800"/>
              </a:spcAft>
            </a:pPr>
            <a:r>
              <a:rPr sz="2400"/>
              <a:t>プレイヤー青軍 vs AI赤軍</a:t>
            </a:r>
          </a:p>
          <a:p>
            <a:pPr>
              <a:spcAft>
                <a:spcPts val="800"/>
              </a:spcAft>
            </a:pPr>
            <a:r>
              <a:rPr sz="2400"/>
              <a:t>ユニット選択・陣形指示・拠点制圧・首都攻略が主目的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ゲーム概要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タイトル画面からSTARTで開始</a:t>
            </a:r>
          </a:p>
          <a:p>
            <a:pPr>
              <a:spcAft>
                <a:spcPts val="800"/>
              </a:spcAft>
            </a:pPr>
            <a:r>
              <a:rPr sz="2000"/>
              <a:t>• マップ上で青軍を操作し赤軍と交戦</a:t>
            </a:r>
          </a:p>
          <a:p>
            <a:pPr>
              <a:spcAft>
                <a:spcPts val="800"/>
              </a:spcAft>
            </a:pPr>
            <a:r>
              <a:rPr sz="2000"/>
              <a:t>• 勝利条件: 敵全滅 / 敵首都へ3部隊侵入</a:t>
            </a:r>
          </a:p>
          <a:p>
            <a:pPr>
              <a:spcAft>
                <a:spcPts val="800"/>
              </a:spcAft>
            </a:pPr>
            <a:r>
              <a:rPr sz="2000"/>
              <a:t>• 敗北条件: 自軍全滅 / 自軍首都陥落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操作方法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左クリック: 単体選択</a:t>
            </a:r>
          </a:p>
          <a:p>
            <a:pPr>
              <a:spcAft>
                <a:spcPts val="800"/>
              </a:spcAft>
            </a:pPr>
            <a:r>
              <a:rPr sz="2000"/>
              <a:t>• ドラッグ: 範囲選択</a:t>
            </a:r>
          </a:p>
          <a:p>
            <a:pPr>
              <a:spcAft>
                <a:spcPts val="800"/>
              </a:spcAft>
            </a:pPr>
            <a:r>
              <a:rPr sz="2000"/>
              <a:t>• ダブルクリック: 同兵種全選択</a:t>
            </a:r>
          </a:p>
          <a:p>
            <a:pPr>
              <a:spcAft>
                <a:spcPts val="800"/>
              </a:spcAft>
            </a:pPr>
            <a:r>
              <a:rPr sz="2000"/>
              <a:t>• 右クリック: 移動命令</a:t>
            </a:r>
          </a:p>
          <a:p>
            <a:pPr>
              <a:spcAft>
                <a:spcPts val="800"/>
              </a:spcAft>
            </a:pPr>
            <a:r>
              <a:rPr sz="2000"/>
              <a:t>• 左クリック(敵): 攻撃命令</a:t>
            </a:r>
          </a:p>
          <a:p>
            <a:pPr>
              <a:spcAft>
                <a:spcPts val="800"/>
              </a:spcAft>
            </a:pPr>
            <a:r>
              <a:rPr sz="2000"/>
              <a:t>• 1/2/3キー: 横隊 / 縦隊 / 円陣</a:t>
            </a:r>
          </a:p>
          <a:p>
            <a:pPr>
              <a:spcAft>
                <a:spcPts val="800"/>
              </a:spcAft>
            </a:pPr>
            <a:r>
              <a:rPr sz="2000"/>
              <a:t>• Rキー: リスタート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ユニット仕様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歩兵: HP100 / 速度0.20 / 射程28 / 攻撃0.18</a:t>
            </a:r>
          </a:p>
          <a:p>
            <a:pPr>
              <a:spcAft>
                <a:spcPts val="800"/>
              </a:spcAft>
            </a:pPr>
            <a:r>
              <a:rPr sz="2000"/>
              <a:t>• 砲兵: HP200 / 速度0.16 / 射程36 / 攻撃0.27</a:t>
            </a:r>
          </a:p>
          <a:p>
            <a:pPr>
              <a:spcAft>
                <a:spcPts val="800"/>
              </a:spcAft>
            </a:pPr>
            <a:r>
              <a:rPr sz="2000"/>
              <a:t>• 戦闘中は揺れ演出、HPバー表示</a:t>
            </a:r>
          </a:p>
          <a:p>
            <a:pPr>
              <a:spcAft>
                <a:spcPts val="800"/>
              </a:spcAft>
            </a:pPr>
            <a:r>
              <a:rPr sz="2000"/>
              <a:t>• 首都・町で回復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マップ構成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草原フィールド</a:t>
            </a:r>
          </a:p>
          <a:p>
            <a:pPr>
              <a:spcAft>
                <a:spcPts val="800"/>
              </a:spcAft>
            </a:pPr>
            <a:r>
              <a:rPr sz="2000"/>
              <a:t>• 山岳: 通行不可</a:t>
            </a:r>
          </a:p>
          <a:p>
            <a:pPr>
              <a:spcAft>
                <a:spcPts val="800"/>
              </a:spcAft>
            </a:pPr>
            <a:r>
              <a:rPr sz="2000"/>
              <a:t>• 湖: 通行不可</a:t>
            </a:r>
          </a:p>
          <a:p>
            <a:pPr>
              <a:spcAft>
                <a:spcPts val="800"/>
              </a:spcAft>
            </a:pPr>
            <a:r>
              <a:rPr sz="2000"/>
              <a:t>• 川: 基本通行不可（橋のみ通行可能）</a:t>
            </a:r>
          </a:p>
          <a:p>
            <a:pPr>
              <a:spcAft>
                <a:spcPts val="800"/>
              </a:spcAft>
            </a:pPr>
            <a:r>
              <a:rPr sz="2000"/>
              <a:t>• 中立都市6か所</a:t>
            </a:r>
          </a:p>
          <a:p>
            <a:pPr>
              <a:spcAft>
                <a:spcPts val="800"/>
              </a:spcAft>
            </a:pPr>
            <a:r>
              <a:rPr sz="2000"/>
              <a:t>• 青首都 / 赤首都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AI仕様（赤軍）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警戒範囲内の敵へ迎撃移動</a:t>
            </a:r>
          </a:p>
          <a:p>
            <a:pPr>
              <a:spcAft>
                <a:spcPts val="800"/>
              </a:spcAft>
            </a:pPr>
            <a:r>
              <a:rPr sz="2000"/>
              <a:t>• 射程内なら停止して攻撃</a:t>
            </a:r>
          </a:p>
          <a:p>
            <a:pPr>
              <a:spcAft>
                <a:spcPts val="800"/>
              </a:spcAft>
            </a:pPr>
            <a:r>
              <a:rPr sz="2000"/>
              <a:t>• 離れた敵は深追いしない</a:t>
            </a:r>
          </a:p>
          <a:p>
            <a:pPr>
              <a:spcAft>
                <a:spcPts val="800"/>
              </a:spcAft>
            </a:pPr>
            <a:r>
              <a:rPr sz="2000"/>
              <a:t>• 持ち場へ帰還する防衛型AI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ゲームシステム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近距離敵へ自動攻撃</a:t>
            </a:r>
          </a:p>
          <a:p>
            <a:pPr>
              <a:spcAft>
                <a:spcPts val="800"/>
              </a:spcAft>
            </a:pPr>
            <a:r>
              <a:rPr sz="2000"/>
              <a:t>• 士気システム（被害・包囲・味方密集・首都近接で変動）</a:t>
            </a:r>
          </a:p>
          <a:p>
            <a:pPr>
              <a:spcAft>
                <a:spcPts val="800"/>
              </a:spcAft>
            </a:pPr>
            <a:r>
              <a:rPr sz="2000"/>
              <a:t>• 町の占領で色変化</a:t>
            </a:r>
          </a:p>
          <a:p>
            <a:pPr>
              <a:spcAft>
                <a:spcPts val="800"/>
              </a:spcAft>
            </a:pPr>
            <a:r>
              <a:rPr sz="2000"/>
              <a:t>• ユニット同士の押し合い・重なり防止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今後の改善案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生産・資源システム追加</a:t>
            </a:r>
          </a:p>
          <a:p>
            <a:pPr>
              <a:spcAft>
                <a:spcPts val="800"/>
              </a:spcAft>
            </a:pPr>
            <a:r>
              <a:rPr sz="2000"/>
              <a:t>• 地形ごとの防御補正</a:t>
            </a:r>
          </a:p>
          <a:p>
            <a:pPr>
              <a:spcAft>
                <a:spcPts val="800"/>
              </a:spcAft>
            </a:pPr>
            <a:r>
              <a:rPr sz="2000"/>
              <a:t>• 複数ステージ化</a:t>
            </a:r>
          </a:p>
          <a:p>
            <a:pPr>
              <a:spcAft>
                <a:spcPts val="800"/>
              </a:spcAft>
            </a:pPr>
            <a:r>
              <a:rPr sz="2000"/>
              <a:t>• セーブ/ロード</a:t>
            </a:r>
          </a:p>
          <a:p>
            <a:pPr>
              <a:spcAft>
                <a:spcPts val="800"/>
              </a:spcAft>
            </a:pPr>
            <a:r>
              <a:rPr sz="2000"/>
              <a:t>• エフェクト・BGM・SE強化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